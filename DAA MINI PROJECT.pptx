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67" r:id="rId3"/>
    <p:sldId id="271" r:id="rId4"/>
    <p:sldId id="273" r:id="rId5"/>
    <p:sldId id="274" r:id="rId6"/>
    <p:sldId id="275" r:id="rId7"/>
    <p:sldId id="276" r:id="rId8"/>
    <p:sldId id="277" r:id="rId9"/>
    <p:sldId id="278"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jSRRlCFA/cW3kQ7Z8qFsYPlG0g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sorterViewPr>
    <p:cViewPr>
      <p:scale>
        <a:sx n="100" d="100"/>
        <a:sy n="100" d="100"/>
      </p:scale>
      <p:origin x="0" y="-411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30 June 2023</a:t>
            </a:r>
            <a:endParaRPr sz="1200" b="0" i="0" u="none" strike="noStrike" cap="none">
              <a:solidFill>
                <a:srgbClr val="000000"/>
              </a:solidFill>
              <a:latin typeface="Calibri"/>
              <a:ea typeface="Calibri"/>
              <a:cs typeface="Calibri"/>
              <a:sym typeface="Calibri"/>
            </a:endParaRPr>
          </a:p>
        </p:txBody>
      </p:sp>
      <p:sp>
        <p:nvSpPr>
          <p:cNvPr id="83" name="Google Shape;83;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1-59</a:t>
            </a:r>
            <a:endParaRPr/>
          </a:p>
        </p:txBody>
      </p:sp>
      <p:sp>
        <p:nvSpPr>
          <p:cNvPr id="84" name="Google Shape;8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47213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2435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50187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95528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
        <p:cNvGrpSpPr/>
        <p:nvPr/>
      </p:nvGrpSpPr>
      <p:grpSpPr>
        <a:xfrm>
          <a:off x="0" y="0"/>
          <a:ext cx="0" cy="0"/>
          <a:chOff x="0" y="0"/>
          <a:chExt cx="0" cy="0"/>
        </a:xfrm>
      </p:grpSpPr>
      <p:sp>
        <p:nvSpPr>
          <p:cNvPr id="14" name="Google Shape;14;p24"/>
          <p:cNvSpPr txBox="1">
            <a:spLocks noGrp="1"/>
          </p:cNvSpPr>
          <p:nvPr>
            <p:ph type="title"/>
          </p:nvPr>
        </p:nvSpPr>
        <p:spPr>
          <a:xfrm>
            <a:off x="609600" y="704088"/>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body" idx="1"/>
          </p:nvPr>
        </p:nvSpPr>
        <p:spPr>
          <a:xfrm>
            <a:off x="609600" y="1855248"/>
            <a:ext cx="5386917" cy="659352"/>
          </a:xfrm>
          <a:prstGeom prst="rect">
            <a:avLst/>
          </a:prstGeom>
          <a:noFill/>
          <a:ln>
            <a:noFill/>
          </a:ln>
        </p:spPr>
        <p:txBody>
          <a:bodyPr spcFirstLastPara="1" wrap="square" lIns="45700" tIns="0" rIns="45700" bIns="0" anchor="ctr" anchorCtr="0">
            <a:noAutofit/>
          </a:bodyPr>
          <a:lstStyle>
            <a:lvl1pPr marL="457200" lvl="0" indent="-228600" algn="l">
              <a:lnSpc>
                <a:spcPct val="100000"/>
              </a:lnSpc>
              <a:spcBef>
                <a:spcPts val="480"/>
              </a:spcBef>
              <a:spcAft>
                <a:spcPts val="0"/>
              </a:spcAft>
              <a:buClr>
                <a:schemeClr val="dk2"/>
              </a:buClr>
              <a:buSzPts val="1920"/>
              <a:buNone/>
              <a:defRPr sz="2400" b="1" cap="none">
                <a:solidFill>
                  <a:schemeClr val="dk2"/>
                </a:solidFill>
              </a:defRPr>
            </a:lvl1pPr>
            <a:lvl2pPr marL="914400" lvl="1" indent="-228600" algn="l">
              <a:lnSpc>
                <a:spcPct val="100000"/>
              </a:lnSpc>
              <a:spcBef>
                <a:spcPts val="400"/>
              </a:spcBef>
              <a:spcAft>
                <a:spcPts val="0"/>
              </a:spcAft>
              <a:buClr>
                <a:schemeClr val="dk1"/>
              </a:buClr>
              <a:buSzPts val="1600"/>
              <a:buNone/>
              <a:defRPr sz="2000" b="1"/>
            </a:lvl2pPr>
            <a:lvl3pPr marL="1371600" lvl="2" indent="-228600" algn="l">
              <a:lnSpc>
                <a:spcPct val="100000"/>
              </a:lnSpc>
              <a:spcBef>
                <a:spcPts val="360"/>
              </a:spcBef>
              <a:spcAft>
                <a:spcPts val="0"/>
              </a:spcAft>
              <a:buClr>
                <a:schemeClr val="dk1"/>
              </a:buClr>
              <a:buSzPts val="1440"/>
              <a:buNone/>
              <a:defRPr sz="1800" b="1"/>
            </a:lvl3pPr>
            <a:lvl4pPr marL="1828800" lvl="3" indent="-228600" algn="l">
              <a:lnSpc>
                <a:spcPct val="100000"/>
              </a:lnSpc>
              <a:spcBef>
                <a:spcPts val="320"/>
              </a:spcBef>
              <a:spcAft>
                <a:spcPts val="0"/>
              </a:spcAft>
              <a:buClr>
                <a:schemeClr val="dk1"/>
              </a:buClr>
              <a:buSzPts val="1280"/>
              <a:buNone/>
              <a:defRPr sz="1600" b="1"/>
            </a:lvl4pPr>
            <a:lvl5pPr marL="2286000" lvl="4" indent="-228600" algn="l">
              <a:lnSpc>
                <a:spcPct val="100000"/>
              </a:lnSpc>
              <a:spcBef>
                <a:spcPts val="320"/>
              </a:spcBef>
              <a:spcAft>
                <a:spcPts val="0"/>
              </a:spcAft>
              <a:buClr>
                <a:schemeClr val="dk1"/>
              </a:buClr>
              <a:buSzPts val="1280"/>
              <a:buNone/>
              <a:defRPr sz="1600" b="1"/>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6" name="Google Shape;16;p24"/>
          <p:cNvSpPr txBox="1">
            <a:spLocks noGrp="1"/>
          </p:cNvSpPr>
          <p:nvPr>
            <p:ph type="body" idx="2"/>
          </p:nvPr>
        </p:nvSpPr>
        <p:spPr>
          <a:xfrm>
            <a:off x="6193368" y="1859758"/>
            <a:ext cx="5389033" cy="654843"/>
          </a:xfrm>
          <a:prstGeom prst="rect">
            <a:avLst/>
          </a:prstGeom>
          <a:noFill/>
          <a:ln>
            <a:noFill/>
          </a:ln>
        </p:spPr>
        <p:txBody>
          <a:bodyPr spcFirstLastPara="1" wrap="square" lIns="45700" tIns="0" rIns="45700" bIns="0" anchor="ctr" anchorCtr="0">
            <a:noAutofit/>
          </a:bodyPr>
          <a:lstStyle>
            <a:lvl1pPr marL="457200" lvl="0" indent="-228600" algn="l">
              <a:lnSpc>
                <a:spcPct val="100000"/>
              </a:lnSpc>
              <a:spcBef>
                <a:spcPts val="480"/>
              </a:spcBef>
              <a:spcAft>
                <a:spcPts val="0"/>
              </a:spcAft>
              <a:buClr>
                <a:schemeClr val="dk2"/>
              </a:buClr>
              <a:buSzPts val="1920"/>
              <a:buNone/>
              <a:defRPr sz="2400" b="1" cap="none">
                <a:solidFill>
                  <a:schemeClr val="dk2"/>
                </a:solidFill>
              </a:defRPr>
            </a:lvl1pPr>
            <a:lvl2pPr marL="914400" lvl="1" indent="-228600" algn="l">
              <a:lnSpc>
                <a:spcPct val="100000"/>
              </a:lnSpc>
              <a:spcBef>
                <a:spcPts val="400"/>
              </a:spcBef>
              <a:spcAft>
                <a:spcPts val="0"/>
              </a:spcAft>
              <a:buClr>
                <a:schemeClr val="dk1"/>
              </a:buClr>
              <a:buSzPts val="1600"/>
              <a:buNone/>
              <a:defRPr sz="2000" b="1"/>
            </a:lvl2pPr>
            <a:lvl3pPr marL="1371600" lvl="2" indent="-228600" algn="l">
              <a:lnSpc>
                <a:spcPct val="100000"/>
              </a:lnSpc>
              <a:spcBef>
                <a:spcPts val="360"/>
              </a:spcBef>
              <a:spcAft>
                <a:spcPts val="0"/>
              </a:spcAft>
              <a:buClr>
                <a:schemeClr val="dk1"/>
              </a:buClr>
              <a:buSzPts val="1440"/>
              <a:buNone/>
              <a:defRPr sz="1800" b="1"/>
            </a:lvl3pPr>
            <a:lvl4pPr marL="1828800" lvl="3" indent="-228600" algn="l">
              <a:lnSpc>
                <a:spcPct val="100000"/>
              </a:lnSpc>
              <a:spcBef>
                <a:spcPts val="320"/>
              </a:spcBef>
              <a:spcAft>
                <a:spcPts val="0"/>
              </a:spcAft>
              <a:buClr>
                <a:schemeClr val="dk1"/>
              </a:buClr>
              <a:buSzPts val="1280"/>
              <a:buNone/>
              <a:defRPr sz="1600" b="1"/>
            </a:lvl4pPr>
            <a:lvl5pPr marL="2286000" lvl="4" indent="-228600" algn="l">
              <a:lnSpc>
                <a:spcPct val="100000"/>
              </a:lnSpc>
              <a:spcBef>
                <a:spcPts val="320"/>
              </a:spcBef>
              <a:spcAft>
                <a:spcPts val="0"/>
              </a:spcAft>
              <a:buClr>
                <a:schemeClr val="dk1"/>
              </a:buClr>
              <a:buSzPts val="1280"/>
              <a:buNone/>
              <a:defRPr sz="1600" b="1"/>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7" name="Google Shape;17;p24"/>
          <p:cNvSpPr txBox="1">
            <a:spLocks noGrp="1"/>
          </p:cNvSpPr>
          <p:nvPr>
            <p:ph type="body" idx="3"/>
          </p:nvPr>
        </p:nvSpPr>
        <p:spPr>
          <a:xfrm>
            <a:off x="609600" y="2514600"/>
            <a:ext cx="5386917" cy="3845720"/>
          </a:xfrm>
          <a:prstGeom prst="rect">
            <a:avLst/>
          </a:prstGeom>
          <a:noFill/>
          <a:ln>
            <a:noFill/>
          </a:ln>
        </p:spPr>
        <p:txBody>
          <a:bodyPr spcFirstLastPara="1" wrap="square" lIns="91425" tIns="0" rIns="91425" bIns="45700" anchor="t" anchorCtr="0">
            <a:noAutofit/>
          </a:bodyPr>
          <a:lstStyle>
            <a:lvl1pPr marL="457200" lvl="0" indent="-340360" algn="l">
              <a:lnSpc>
                <a:spcPct val="100000"/>
              </a:lnSpc>
              <a:spcBef>
                <a:spcPts val="440"/>
              </a:spcBef>
              <a:spcAft>
                <a:spcPts val="0"/>
              </a:spcAft>
              <a:buClr>
                <a:schemeClr val="dk1"/>
              </a:buClr>
              <a:buSzPts val="1760"/>
              <a:buChar char="⮚"/>
              <a:defRPr sz="2200"/>
            </a:lvl1pPr>
            <a:lvl2pPr marL="914400" lvl="1" indent="-330200" algn="l">
              <a:lnSpc>
                <a:spcPct val="100000"/>
              </a:lnSpc>
              <a:spcBef>
                <a:spcPts val="400"/>
              </a:spcBef>
              <a:spcAft>
                <a:spcPts val="0"/>
              </a:spcAft>
              <a:buClr>
                <a:schemeClr val="dk1"/>
              </a:buClr>
              <a:buSzPts val="1600"/>
              <a:buChar char="⮚"/>
              <a:defRPr sz="2000"/>
            </a:lvl2pPr>
            <a:lvl3pPr marL="1371600" lvl="2" indent="-320039" algn="l">
              <a:lnSpc>
                <a:spcPct val="100000"/>
              </a:lnSpc>
              <a:spcBef>
                <a:spcPts val="360"/>
              </a:spcBef>
              <a:spcAft>
                <a:spcPts val="0"/>
              </a:spcAft>
              <a:buClr>
                <a:schemeClr val="dk1"/>
              </a:buClr>
              <a:buSzPts val="1440"/>
              <a:buChar char="⮚"/>
              <a:defRPr sz="1800"/>
            </a:lvl3pPr>
            <a:lvl4pPr marL="1828800" lvl="3" indent="-309880" algn="l">
              <a:lnSpc>
                <a:spcPct val="100000"/>
              </a:lnSpc>
              <a:spcBef>
                <a:spcPts val="320"/>
              </a:spcBef>
              <a:spcAft>
                <a:spcPts val="0"/>
              </a:spcAft>
              <a:buClr>
                <a:schemeClr val="dk1"/>
              </a:buClr>
              <a:buSzPts val="1280"/>
              <a:buChar char="⮚"/>
              <a:defRPr sz="1600"/>
            </a:lvl4pPr>
            <a:lvl5pPr marL="2286000" lvl="4" indent="-309879" algn="l">
              <a:lnSpc>
                <a:spcPct val="100000"/>
              </a:lnSpc>
              <a:spcBef>
                <a:spcPts val="320"/>
              </a:spcBef>
              <a:spcAft>
                <a:spcPts val="0"/>
              </a:spcAft>
              <a:buClr>
                <a:schemeClr val="dk1"/>
              </a:buClr>
              <a:buSzPts val="1280"/>
              <a:buChar char="⮚"/>
              <a:defRPr sz="16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8" name="Google Shape;18;p24"/>
          <p:cNvSpPr txBox="1">
            <a:spLocks noGrp="1"/>
          </p:cNvSpPr>
          <p:nvPr>
            <p:ph type="body" idx="4"/>
          </p:nvPr>
        </p:nvSpPr>
        <p:spPr>
          <a:xfrm>
            <a:off x="6193368" y="2514600"/>
            <a:ext cx="5389033" cy="3845720"/>
          </a:xfrm>
          <a:prstGeom prst="rect">
            <a:avLst/>
          </a:prstGeom>
          <a:noFill/>
          <a:ln>
            <a:noFill/>
          </a:ln>
        </p:spPr>
        <p:txBody>
          <a:bodyPr spcFirstLastPara="1" wrap="square" lIns="91425" tIns="0" rIns="91425" bIns="45700" anchor="t" anchorCtr="0">
            <a:noAutofit/>
          </a:bodyPr>
          <a:lstStyle>
            <a:lvl1pPr marL="457200" lvl="0" indent="-340360" algn="l">
              <a:lnSpc>
                <a:spcPct val="100000"/>
              </a:lnSpc>
              <a:spcBef>
                <a:spcPts val="440"/>
              </a:spcBef>
              <a:spcAft>
                <a:spcPts val="0"/>
              </a:spcAft>
              <a:buClr>
                <a:schemeClr val="dk1"/>
              </a:buClr>
              <a:buSzPts val="1760"/>
              <a:buChar char="⮚"/>
              <a:defRPr sz="2200"/>
            </a:lvl1pPr>
            <a:lvl2pPr marL="914400" lvl="1" indent="-330200" algn="l">
              <a:lnSpc>
                <a:spcPct val="100000"/>
              </a:lnSpc>
              <a:spcBef>
                <a:spcPts val="400"/>
              </a:spcBef>
              <a:spcAft>
                <a:spcPts val="0"/>
              </a:spcAft>
              <a:buClr>
                <a:schemeClr val="dk1"/>
              </a:buClr>
              <a:buSzPts val="1600"/>
              <a:buChar char="⮚"/>
              <a:defRPr sz="2000"/>
            </a:lvl2pPr>
            <a:lvl3pPr marL="1371600" lvl="2" indent="-320039" algn="l">
              <a:lnSpc>
                <a:spcPct val="100000"/>
              </a:lnSpc>
              <a:spcBef>
                <a:spcPts val="360"/>
              </a:spcBef>
              <a:spcAft>
                <a:spcPts val="0"/>
              </a:spcAft>
              <a:buClr>
                <a:schemeClr val="dk1"/>
              </a:buClr>
              <a:buSzPts val="1440"/>
              <a:buChar char="⮚"/>
              <a:defRPr sz="1800"/>
            </a:lvl3pPr>
            <a:lvl4pPr marL="1828800" lvl="3" indent="-309880" algn="l">
              <a:lnSpc>
                <a:spcPct val="100000"/>
              </a:lnSpc>
              <a:spcBef>
                <a:spcPts val="320"/>
              </a:spcBef>
              <a:spcAft>
                <a:spcPts val="0"/>
              </a:spcAft>
              <a:buClr>
                <a:schemeClr val="dk1"/>
              </a:buClr>
              <a:buSzPts val="1280"/>
              <a:buChar char="⮚"/>
              <a:defRPr sz="1600"/>
            </a:lvl4pPr>
            <a:lvl5pPr marL="2286000" lvl="4" indent="-309879" algn="l">
              <a:lnSpc>
                <a:spcPct val="100000"/>
              </a:lnSpc>
              <a:spcBef>
                <a:spcPts val="320"/>
              </a:spcBef>
              <a:spcAft>
                <a:spcPts val="0"/>
              </a:spcAft>
              <a:buClr>
                <a:schemeClr val="dk1"/>
              </a:buClr>
              <a:buSzPts val="1280"/>
              <a:buChar char="⮚"/>
              <a:defRPr sz="16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9" name="Google Shape;19;p24"/>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
        <p:cNvGrpSpPr/>
        <p:nvPr/>
      </p:nvGrpSpPr>
      <p:grpSpPr>
        <a:xfrm>
          <a:off x="0" y="0"/>
          <a:ext cx="0" cy="0"/>
          <a:chOff x="0" y="0"/>
          <a:chExt cx="0" cy="0"/>
        </a:xfrm>
      </p:grpSpPr>
      <p:sp>
        <p:nvSpPr>
          <p:cNvPr id="32" name="Google Shape;32;p27"/>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7"/>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8"/>
          <p:cNvSpPr txBox="1">
            <a:spLocks noGrp="1"/>
          </p:cNvSpPr>
          <p:nvPr>
            <p:ph type="title"/>
          </p:nvPr>
        </p:nvSpPr>
        <p:spPr>
          <a:xfrm>
            <a:off x="707136" y="1316736"/>
            <a:ext cx="10363200" cy="1362456"/>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4AE3AC"/>
              </a:buClr>
              <a:buSzPts val="5600"/>
              <a:buFont typeface="Arial"/>
              <a:buNone/>
              <a:defRPr sz="5600" b="1" cap="none">
                <a:solidFill>
                  <a:srgbClr val="4AE3A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8"/>
          <p:cNvSpPr txBox="1">
            <a:spLocks noGrp="1"/>
          </p:cNvSpPr>
          <p:nvPr>
            <p:ph type="body" idx="1"/>
          </p:nvPr>
        </p:nvSpPr>
        <p:spPr>
          <a:xfrm>
            <a:off x="707136" y="2704664"/>
            <a:ext cx="10363200" cy="1509712"/>
          </a:xfrm>
          <a:prstGeom prst="rect">
            <a:avLst/>
          </a:prstGeom>
          <a:noFill/>
          <a:ln>
            <a:noFill/>
          </a:ln>
        </p:spPr>
        <p:txBody>
          <a:bodyPr spcFirstLastPara="1" wrap="square" lIns="45700" tIns="45700" rIns="45700" bIns="45700" anchor="t" anchorCtr="0">
            <a:noAutofit/>
          </a:bodyPr>
          <a:lstStyle>
            <a:lvl1pPr marL="457200" lvl="0" indent="-228600" algn="l">
              <a:lnSpc>
                <a:spcPct val="100000"/>
              </a:lnSpc>
              <a:spcBef>
                <a:spcPts val="440"/>
              </a:spcBef>
              <a:spcAft>
                <a:spcPts val="0"/>
              </a:spcAft>
              <a:buClr>
                <a:schemeClr val="dk1"/>
              </a:buClr>
              <a:buSzPts val="1760"/>
              <a:buNone/>
              <a:defRPr sz="2200">
                <a:solidFill>
                  <a:schemeClr val="dk1"/>
                </a:solidFill>
              </a:defRPr>
            </a:lvl1pPr>
            <a:lvl2pPr marL="914400" lvl="1" indent="-228600" algn="l">
              <a:lnSpc>
                <a:spcPct val="100000"/>
              </a:lnSpc>
              <a:spcBef>
                <a:spcPts val="360"/>
              </a:spcBef>
              <a:spcAft>
                <a:spcPts val="0"/>
              </a:spcAft>
              <a:buClr>
                <a:srgbClr val="888888"/>
              </a:buClr>
              <a:buSzPts val="1440"/>
              <a:buNone/>
              <a:defRPr sz="1800">
                <a:solidFill>
                  <a:srgbClr val="888888"/>
                </a:solidFill>
              </a:defRPr>
            </a:lvl2pPr>
            <a:lvl3pPr marL="1371600" lvl="2" indent="-228600" algn="l">
              <a:lnSpc>
                <a:spcPct val="100000"/>
              </a:lnSpc>
              <a:spcBef>
                <a:spcPts val="320"/>
              </a:spcBef>
              <a:spcAft>
                <a:spcPts val="0"/>
              </a:spcAft>
              <a:buClr>
                <a:srgbClr val="888888"/>
              </a:buClr>
              <a:buSzPts val="1280"/>
              <a:buNone/>
              <a:defRPr sz="1600">
                <a:solidFill>
                  <a:srgbClr val="888888"/>
                </a:solidFill>
              </a:defRPr>
            </a:lvl3pPr>
            <a:lvl4pPr marL="1828800" lvl="3" indent="-228600" algn="l">
              <a:lnSpc>
                <a:spcPct val="100000"/>
              </a:lnSpc>
              <a:spcBef>
                <a:spcPts val="280"/>
              </a:spcBef>
              <a:spcAft>
                <a:spcPts val="0"/>
              </a:spcAft>
              <a:buClr>
                <a:srgbClr val="888888"/>
              </a:buClr>
              <a:buSzPts val="1120"/>
              <a:buNone/>
              <a:defRPr sz="1400">
                <a:solidFill>
                  <a:srgbClr val="888888"/>
                </a:solidFill>
              </a:defRPr>
            </a:lvl4pPr>
            <a:lvl5pPr marL="2286000" lvl="4" indent="-228600" algn="l">
              <a:lnSpc>
                <a:spcPct val="100000"/>
              </a:lnSpc>
              <a:spcBef>
                <a:spcPts val="280"/>
              </a:spcBef>
              <a:spcAft>
                <a:spcPts val="0"/>
              </a:spcAft>
              <a:buClr>
                <a:srgbClr val="888888"/>
              </a:buClr>
              <a:buSzPts val="1120"/>
              <a:buNone/>
              <a:defRPr sz="1400">
                <a:solidFill>
                  <a:srgbClr val="888888"/>
                </a:solidFill>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7" name="Google Shape;37;p28"/>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8"/>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29"/>
          <p:cNvSpPr txBox="1">
            <a:spLocks noGrp="1"/>
          </p:cNvSpPr>
          <p:nvPr>
            <p:ph type="title"/>
          </p:nvPr>
        </p:nvSpPr>
        <p:spPr>
          <a:xfrm>
            <a:off x="609600" y="704088"/>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9"/>
          <p:cNvSpPr txBox="1">
            <a:spLocks noGrp="1"/>
          </p:cNvSpPr>
          <p:nvPr>
            <p:ph type="body" idx="1"/>
          </p:nvPr>
        </p:nvSpPr>
        <p:spPr>
          <a:xfrm>
            <a:off x="609600" y="1920085"/>
            <a:ext cx="5384800" cy="4434840"/>
          </a:xfrm>
          <a:prstGeom prst="rect">
            <a:avLst/>
          </a:prstGeom>
          <a:noFill/>
          <a:ln>
            <a:noFill/>
          </a:ln>
        </p:spPr>
        <p:txBody>
          <a:bodyPr spcFirstLastPara="1" wrap="square" lIns="91425" tIns="45700" rIns="91425" bIns="45700" anchor="t" anchorCtr="0">
            <a:noAutofit/>
          </a:bodyPr>
          <a:lstStyle>
            <a:lvl1pPr marL="457200" lvl="0" indent="-360680" algn="l">
              <a:lnSpc>
                <a:spcPct val="100000"/>
              </a:lnSpc>
              <a:spcBef>
                <a:spcPts val="520"/>
              </a:spcBef>
              <a:spcAft>
                <a:spcPts val="0"/>
              </a:spcAft>
              <a:buClr>
                <a:schemeClr val="dk1"/>
              </a:buClr>
              <a:buSzPts val="2080"/>
              <a:buChar char="⮚"/>
              <a:defRPr sz="2600"/>
            </a:lvl1pPr>
            <a:lvl2pPr marL="914400" lvl="1" indent="-350519" algn="l">
              <a:lnSpc>
                <a:spcPct val="100000"/>
              </a:lnSpc>
              <a:spcBef>
                <a:spcPts val="480"/>
              </a:spcBef>
              <a:spcAft>
                <a:spcPts val="0"/>
              </a:spcAft>
              <a:buClr>
                <a:schemeClr val="dk1"/>
              </a:buClr>
              <a:buSzPts val="1920"/>
              <a:buChar char="⮚"/>
              <a:defRPr sz="2400"/>
            </a:lvl2pPr>
            <a:lvl3pPr marL="1371600" lvl="2" indent="-330200" algn="l">
              <a:lnSpc>
                <a:spcPct val="100000"/>
              </a:lnSpc>
              <a:spcBef>
                <a:spcPts val="400"/>
              </a:spcBef>
              <a:spcAft>
                <a:spcPts val="0"/>
              </a:spcAft>
              <a:buClr>
                <a:schemeClr val="dk1"/>
              </a:buClr>
              <a:buSzPts val="1600"/>
              <a:buChar char="⮚"/>
              <a:defRPr sz="2000"/>
            </a:lvl3pPr>
            <a:lvl4pPr marL="1828800" lvl="3" indent="-320039" algn="l">
              <a:lnSpc>
                <a:spcPct val="100000"/>
              </a:lnSpc>
              <a:spcBef>
                <a:spcPts val="360"/>
              </a:spcBef>
              <a:spcAft>
                <a:spcPts val="0"/>
              </a:spcAft>
              <a:buClr>
                <a:schemeClr val="dk1"/>
              </a:buClr>
              <a:buSzPts val="1440"/>
              <a:buChar char="⮚"/>
              <a:defRPr sz="18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2" name="Google Shape;42;p29"/>
          <p:cNvSpPr txBox="1">
            <a:spLocks noGrp="1"/>
          </p:cNvSpPr>
          <p:nvPr>
            <p:ph type="body" idx="2"/>
          </p:nvPr>
        </p:nvSpPr>
        <p:spPr>
          <a:xfrm>
            <a:off x="6197600" y="1920085"/>
            <a:ext cx="5384800" cy="4434840"/>
          </a:xfrm>
          <a:prstGeom prst="rect">
            <a:avLst/>
          </a:prstGeom>
          <a:noFill/>
          <a:ln>
            <a:noFill/>
          </a:ln>
        </p:spPr>
        <p:txBody>
          <a:bodyPr spcFirstLastPara="1" wrap="square" lIns="91425" tIns="45700" rIns="91425" bIns="45700" anchor="t" anchorCtr="0">
            <a:noAutofit/>
          </a:bodyPr>
          <a:lstStyle>
            <a:lvl1pPr marL="457200" lvl="0" indent="-360680" algn="l">
              <a:lnSpc>
                <a:spcPct val="100000"/>
              </a:lnSpc>
              <a:spcBef>
                <a:spcPts val="520"/>
              </a:spcBef>
              <a:spcAft>
                <a:spcPts val="0"/>
              </a:spcAft>
              <a:buClr>
                <a:schemeClr val="dk1"/>
              </a:buClr>
              <a:buSzPts val="2080"/>
              <a:buChar char="⮚"/>
              <a:defRPr sz="2600"/>
            </a:lvl1pPr>
            <a:lvl2pPr marL="914400" lvl="1" indent="-350519" algn="l">
              <a:lnSpc>
                <a:spcPct val="100000"/>
              </a:lnSpc>
              <a:spcBef>
                <a:spcPts val="480"/>
              </a:spcBef>
              <a:spcAft>
                <a:spcPts val="0"/>
              </a:spcAft>
              <a:buClr>
                <a:schemeClr val="dk1"/>
              </a:buClr>
              <a:buSzPts val="1920"/>
              <a:buChar char="⮚"/>
              <a:defRPr sz="2400"/>
            </a:lvl2pPr>
            <a:lvl3pPr marL="1371600" lvl="2" indent="-330200" algn="l">
              <a:lnSpc>
                <a:spcPct val="100000"/>
              </a:lnSpc>
              <a:spcBef>
                <a:spcPts val="400"/>
              </a:spcBef>
              <a:spcAft>
                <a:spcPts val="0"/>
              </a:spcAft>
              <a:buClr>
                <a:schemeClr val="dk1"/>
              </a:buClr>
              <a:buSzPts val="1600"/>
              <a:buChar char="⮚"/>
              <a:defRPr sz="2000"/>
            </a:lvl3pPr>
            <a:lvl4pPr marL="1828800" lvl="3" indent="-320039" algn="l">
              <a:lnSpc>
                <a:spcPct val="100000"/>
              </a:lnSpc>
              <a:spcBef>
                <a:spcPts val="360"/>
              </a:spcBef>
              <a:spcAft>
                <a:spcPts val="0"/>
              </a:spcAft>
              <a:buClr>
                <a:schemeClr val="dk1"/>
              </a:buClr>
              <a:buSzPts val="1440"/>
              <a:buChar char="⮚"/>
              <a:defRPr sz="18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3" name="Google Shape;43;p29"/>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9"/>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31"/>
          <p:cNvSpPr txBox="1">
            <a:spLocks noGrp="1"/>
          </p:cNvSpPr>
          <p:nvPr>
            <p:ph type="title"/>
          </p:nvPr>
        </p:nvSpPr>
        <p:spPr>
          <a:xfrm>
            <a:off x="914400" y="514352"/>
            <a:ext cx="3657600" cy="116205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Clr>
                <a:schemeClr val="dk2"/>
              </a:buClr>
              <a:buSzPts val="2600"/>
              <a:buFont typeface="Arial"/>
              <a:buNone/>
              <a:defRPr sz="2600" b="0">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1"/>
          <p:cNvSpPr txBox="1">
            <a:spLocks noGrp="1"/>
          </p:cNvSpPr>
          <p:nvPr>
            <p:ph type="body" idx="1"/>
          </p:nvPr>
        </p:nvSpPr>
        <p:spPr>
          <a:xfrm>
            <a:off x="914400" y="1676400"/>
            <a:ext cx="3657600" cy="4572000"/>
          </a:xfrm>
          <a:prstGeom prst="rect">
            <a:avLst/>
          </a:prstGeom>
          <a:noFill/>
          <a:ln>
            <a:noFill/>
          </a:ln>
        </p:spPr>
        <p:txBody>
          <a:bodyPr spcFirstLastPara="1" wrap="square" lIns="18275" tIns="45700" rIns="18275" bIns="45700" anchor="t" anchorCtr="0">
            <a:noAutofit/>
          </a:bodyPr>
          <a:lstStyle>
            <a:lvl1pPr marL="457200" lvl="0" indent="-228600" algn="l">
              <a:lnSpc>
                <a:spcPct val="100000"/>
              </a:lnSpc>
              <a:spcBef>
                <a:spcPts val="280"/>
              </a:spcBef>
              <a:spcAft>
                <a:spcPts val="0"/>
              </a:spcAft>
              <a:buClr>
                <a:schemeClr val="dk1"/>
              </a:buClr>
              <a:buSzPts val="1120"/>
              <a:buNone/>
              <a:defRPr sz="1400"/>
            </a:lvl1pPr>
            <a:lvl2pPr marL="914400" lvl="1" indent="-228600" algn="l">
              <a:lnSpc>
                <a:spcPct val="100000"/>
              </a:lnSpc>
              <a:spcBef>
                <a:spcPts val="240"/>
              </a:spcBef>
              <a:spcAft>
                <a:spcPts val="0"/>
              </a:spcAft>
              <a:buClr>
                <a:schemeClr val="dk1"/>
              </a:buClr>
              <a:buSzPts val="960"/>
              <a:buNone/>
              <a:defRPr sz="1200"/>
            </a:lvl2pPr>
            <a:lvl3pPr marL="1371600" lvl="2" indent="-228600" algn="l">
              <a:lnSpc>
                <a:spcPct val="100000"/>
              </a:lnSpc>
              <a:spcBef>
                <a:spcPts val="200"/>
              </a:spcBef>
              <a:spcAft>
                <a:spcPts val="0"/>
              </a:spcAft>
              <a:buClr>
                <a:schemeClr val="dk1"/>
              </a:buClr>
              <a:buSzPts val="800"/>
              <a:buNone/>
              <a:defRPr sz="1000"/>
            </a:lvl3pPr>
            <a:lvl4pPr marL="1828800" lvl="3" indent="-228600" algn="l">
              <a:lnSpc>
                <a:spcPct val="100000"/>
              </a:lnSpc>
              <a:spcBef>
                <a:spcPts val="180"/>
              </a:spcBef>
              <a:spcAft>
                <a:spcPts val="0"/>
              </a:spcAft>
              <a:buClr>
                <a:schemeClr val="dk1"/>
              </a:buClr>
              <a:buSzPts val="720"/>
              <a:buNone/>
              <a:defRPr sz="900"/>
            </a:lvl4pPr>
            <a:lvl5pPr marL="2286000" lvl="4" indent="-228600" algn="l">
              <a:lnSpc>
                <a:spcPct val="100000"/>
              </a:lnSpc>
              <a:spcBef>
                <a:spcPts val="180"/>
              </a:spcBef>
              <a:spcAft>
                <a:spcPts val="0"/>
              </a:spcAft>
              <a:buClr>
                <a:schemeClr val="dk1"/>
              </a:buClr>
              <a:buSzPts val="720"/>
              <a:buNone/>
              <a:defRPr sz="9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2" name="Google Shape;52;p31"/>
          <p:cNvSpPr txBox="1">
            <a:spLocks noGrp="1"/>
          </p:cNvSpPr>
          <p:nvPr>
            <p:ph type="body" idx="2"/>
          </p:nvPr>
        </p:nvSpPr>
        <p:spPr>
          <a:xfrm>
            <a:off x="4766733" y="1676400"/>
            <a:ext cx="6815667" cy="4572000"/>
          </a:xfrm>
          <a:prstGeom prst="rect">
            <a:avLst/>
          </a:prstGeom>
          <a:noFill/>
          <a:ln>
            <a:noFill/>
          </a:ln>
        </p:spPr>
        <p:txBody>
          <a:bodyPr spcFirstLastPara="1" wrap="square" lIns="91425" tIns="0" rIns="91425" bIns="45700" anchor="t" anchorCtr="0">
            <a:noAutofit/>
          </a:bodyPr>
          <a:lstStyle>
            <a:lvl1pPr marL="457200" lvl="0" indent="-370840" algn="l">
              <a:lnSpc>
                <a:spcPct val="100000"/>
              </a:lnSpc>
              <a:spcBef>
                <a:spcPts val="560"/>
              </a:spcBef>
              <a:spcAft>
                <a:spcPts val="0"/>
              </a:spcAft>
              <a:buClr>
                <a:schemeClr val="dk1"/>
              </a:buClr>
              <a:buSzPts val="2240"/>
              <a:buChar char="⮚"/>
              <a:defRPr sz="2800"/>
            </a:lvl1pPr>
            <a:lvl2pPr marL="914400" lvl="1" indent="-360680" algn="l">
              <a:lnSpc>
                <a:spcPct val="100000"/>
              </a:lnSpc>
              <a:spcBef>
                <a:spcPts val="520"/>
              </a:spcBef>
              <a:spcAft>
                <a:spcPts val="0"/>
              </a:spcAft>
              <a:buClr>
                <a:schemeClr val="dk1"/>
              </a:buClr>
              <a:buSzPts val="2080"/>
              <a:buChar char="⮚"/>
              <a:defRPr sz="2600"/>
            </a:lvl2pPr>
            <a:lvl3pPr marL="1371600" lvl="2" indent="-350519" algn="l">
              <a:lnSpc>
                <a:spcPct val="100000"/>
              </a:lnSpc>
              <a:spcBef>
                <a:spcPts val="480"/>
              </a:spcBef>
              <a:spcAft>
                <a:spcPts val="0"/>
              </a:spcAft>
              <a:buClr>
                <a:schemeClr val="dk1"/>
              </a:buClr>
              <a:buSzPts val="1920"/>
              <a:buChar char="⮚"/>
              <a:defRPr sz="2400"/>
            </a:lvl3pPr>
            <a:lvl4pPr marL="1828800" lvl="3" indent="-330200" algn="l">
              <a:lnSpc>
                <a:spcPct val="100000"/>
              </a:lnSpc>
              <a:spcBef>
                <a:spcPts val="400"/>
              </a:spcBef>
              <a:spcAft>
                <a:spcPts val="0"/>
              </a:spcAft>
              <a:buClr>
                <a:schemeClr val="dk1"/>
              </a:buClr>
              <a:buSzPts val="1600"/>
              <a:buChar char="⮚"/>
              <a:defRPr sz="20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3" name="Google Shape;53;p31"/>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1"/>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2"/>
          <p:cNvSpPr/>
          <p:nvPr/>
        </p:nvSpPr>
        <p:spPr>
          <a:xfrm rot="-10380000" flipH="1">
            <a:off x="4220633" y="1108075"/>
            <a:ext cx="70104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31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 name="Google Shape;57;p32"/>
          <p:cNvSpPr/>
          <p:nvPr/>
        </p:nvSpPr>
        <p:spPr>
          <a:xfrm rot="-10380000" flipH="1">
            <a:off x="10672234" y="5359401"/>
            <a:ext cx="207433" cy="155575"/>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27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8" name="Google Shape;58;p32"/>
          <p:cNvSpPr/>
          <p:nvPr/>
        </p:nvSpPr>
        <p:spPr>
          <a:xfrm rot="10800000" flipH="1">
            <a:off x="-12700" y="5816600"/>
            <a:ext cx="1221740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313"/>
                </a:srgbClr>
              </a:gs>
              <a:gs pos="100000">
                <a:srgbClr val="00E9F7">
                  <a:alpha val="54509"/>
                </a:srgbClr>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9" name="Google Shape;59;p32"/>
          <p:cNvSpPr/>
          <p:nvPr/>
        </p:nvSpPr>
        <p:spPr>
          <a:xfrm rot="10800000" flipH="1">
            <a:off x="5842000" y="6219826"/>
            <a:ext cx="63500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411"/>
                </a:srgbClr>
              </a:gs>
              <a:gs pos="80000">
                <a:srgbClr val="0099E4">
                  <a:alpha val="44313"/>
                </a:srgbClr>
              </a:gs>
              <a:gs pos="100000">
                <a:srgbClr val="0099E4">
                  <a:alpha val="44313"/>
                </a:srgbClr>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 name="Google Shape;60;p32"/>
          <p:cNvSpPr txBox="1">
            <a:spLocks noGrp="1"/>
          </p:cNvSpPr>
          <p:nvPr>
            <p:ph type="title"/>
          </p:nvPr>
        </p:nvSpPr>
        <p:spPr>
          <a:xfrm>
            <a:off x="812800" y="1176997"/>
            <a:ext cx="2950464" cy="1582621"/>
          </a:xfrm>
          <a:prstGeom prst="rect">
            <a:avLst/>
          </a:prstGeom>
          <a:noFill/>
          <a:ln>
            <a:noFill/>
          </a:ln>
        </p:spPr>
        <p:txBody>
          <a:bodyPr spcFirstLastPara="1" wrap="square" lIns="45700" tIns="45700" rIns="45700" bIns="45700" anchor="b" anchorCtr="0">
            <a:noAutofit/>
          </a:bodyPr>
          <a:lstStyle>
            <a:lvl1pPr lvl="0" algn="l">
              <a:lnSpc>
                <a:spcPct val="100000"/>
              </a:lnSpc>
              <a:spcBef>
                <a:spcPts val="0"/>
              </a:spcBef>
              <a:spcAft>
                <a:spcPts val="0"/>
              </a:spcAft>
              <a:buClr>
                <a:schemeClr val="dk2"/>
              </a:buClr>
              <a:buSzPts val="2000"/>
              <a:buFont typeface="Arial"/>
              <a:buNone/>
              <a:defRPr sz="20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2"/>
          <p:cNvSpPr txBox="1">
            <a:spLocks noGrp="1"/>
          </p:cNvSpPr>
          <p:nvPr>
            <p:ph type="body" idx="1"/>
          </p:nvPr>
        </p:nvSpPr>
        <p:spPr>
          <a:xfrm>
            <a:off x="812800" y="2828785"/>
            <a:ext cx="2946400" cy="2179320"/>
          </a:xfrm>
          <a:prstGeom prst="rect">
            <a:avLst/>
          </a:prstGeom>
          <a:noFill/>
          <a:ln>
            <a:noFill/>
          </a:ln>
        </p:spPr>
        <p:txBody>
          <a:bodyPr spcFirstLastPara="1" wrap="square" lIns="64000" tIns="45700" rIns="45700" bIns="45700" anchor="t" anchorCtr="0">
            <a:noAutofit/>
          </a:bodyPr>
          <a:lstStyle>
            <a:lvl1pPr marL="457200" lvl="0" indent="-228600" algn="l">
              <a:lnSpc>
                <a:spcPct val="100000"/>
              </a:lnSpc>
              <a:spcBef>
                <a:spcPts val="250"/>
              </a:spcBef>
              <a:spcAft>
                <a:spcPts val="0"/>
              </a:spcAft>
              <a:buClr>
                <a:schemeClr val="dk1"/>
              </a:buClr>
              <a:buSzPts val="1040"/>
              <a:buFont typeface="Arial"/>
              <a:buNone/>
              <a:defRPr sz="1300"/>
            </a:lvl1pPr>
            <a:lvl2pPr marL="914400" lvl="1" indent="-289560" algn="l">
              <a:lnSpc>
                <a:spcPct val="100000"/>
              </a:lnSpc>
              <a:spcBef>
                <a:spcPts val="240"/>
              </a:spcBef>
              <a:spcAft>
                <a:spcPts val="0"/>
              </a:spcAft>
              <a:buClr>
                <a:schemeClr val="dk1"/>
              </a:buClr>
              <a:buSzPts val="960"/>
              <a:buChar char="⮚"/>
              <a:defRPr sz="1200"/>
            </a:lvl2pPr>
            <a:lvl3pPr marL="1371600" lvl="2" indent="-279400" algn="l">
              <a:lnSpc>
                <a:spcPct val="100000"/>
              </a:lnSpc>
              <a:spcBef>
                <a:spcPts val="200"/>
              </a:spcBef>
              <a:spcAft>
                <a:spcPts val="0"/>
              </a:spcAft>
              <a:buClr>
                <a:schemeClr val="dk1"/>
              </a:buClr>
              <a:buSzPts val="800"/>
              <a:buChar char="⮚"/>
              <a:defRPr sz="1000"/>
            </a:lvl3pPr>
            <a:lvl4pPr marL="1828800" lvl="3" indent="-274319" algn="l">
              <a:lnSpc>
                <a:spcPct val="100000"/>
              </a:lnSpc>
              <a:spcBef>
                <a:spcPts val="180"/>
              </a:spcBef>
              <a:spcAft>
                <a:spcPts val="0"/>
              </a:spcAft>
              <a:buClr>
                <a:schemeClr val="dk1"/>
              </a:buClr>
              <a:buSzPts val="720"/>
              <a:buChar char="⮚"/>
              <a:defRPr sz="900"/>
            </a:lvl4pPr>
            <a:lvl5pPr marL="2286000" lvl="4" indent="-274320" algn="l">
              <a:lnSpc>
                <a:spcPct val="100000"/>
              </a:lnSpc>
              <a:spcBef>
                <a:spcPts val="180"/>
              </a:spcBef>
              <a:spcAft>
                <a:spcPts val="0"/>
              </a:spcAft>
              <a:buClr>
                <a:schemeClr val="dk1"/>
              </a:buClr>
              <a:buSzPts val="720"/>
              <a:buChar char="⮚"/>
              <a:defRPr sz="9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2" name="Google Shape;62;p32"/>
          <p:cNvSpPr>
            <a:spLocks noGrp="1"/>
          </p:cNvSpPr>
          <p:nvPr>
            <p:ph type="pic" idx="2"/>
          </p:nvPr>
        </p:nvSpPr>
        <p:spPr>
          <a:xfrm rot="420000">
            <a:off x="4647724" y="1199517"/>
            <a:ext cx="6156960" cy="3931920"/>
          </a:xfrm>
          <a:prstGeom prst="rect">
            <a:avLst/>
          </a:prstGeom>
          <a:solidFill>
            <a:schemeClr val="lt2"/>
          </a:solidFill>
          <a:ln w="9525" cap="rnd" cmpd="sng">
            <a:solidFill>
              <a:srgbClr val="C0C0C0"/>
            </a:solidFill>
            <a:prstDash val="solid"/>
            <a:round/>
            <a:headEnd type="none" w="sm" len="sm"/>
            <a:tailEnd type="none" w="sm" len="sm"/>
          </a:ln>
        </p:spPr>
      </p:sp>
      <p:sp>
        <p:nvSpPr>
          <p:cNvPr id="63" name="Google Shape;63;p32"/>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2"/>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5"/>
        <p:cNvGrpSpPr/>
        <p:nvPr/>
      </p:nvGrpSpPr>
      <p:grpSpPr>
        <a:xfrm>
          <a:off x="0" y="0"/>
          <a:ext cx="0" cy="0"/>
          <a:chOff x="0" y="0"/>
          <a:chExt cx="0" cy="0"/>
        </a:xfrm>
      </p:grpSpPr>
      <p:sp>
        <p:nvSpPr>
          <p:cNvPr id="66" name="Google Shape;66;p33"/>
          <p:cNvSpPr txBox="1">
            <a:spLocks noGrp="1"/>
          </p:cNvSpPr>
          <p:nvPr>
            <p:ph type="title"/>
          </p:nvPr>
        </p:nvSpPr>
        <p:spPr>
          <a:xfrm>
            <a:off x="609600" y="704850"/>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3"/>
          <p:cNvSpPr txBox="1">
            <a:spLocks noGrp="1"/>
          </p:cNvSpPr>
          <p:nvPr>
            <p:ph type="body" idx="1"/>
          </p:nvPr>
        </p:nvSpPr>
        <p:spPr>
          <a:xfrm rot="5400000">
            <a:off x="3901282" y="-1356518"/>
            <a:ext cx="4389437" cy="109728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360"/>
              </a:spcBef>
              <a:spcAft>
                <a:spcPts val="0"/>
              </a:spcAft>
              <a:buClr>
                <a:schemeClr val="dk1"/>
              </a:buClr>
              <a:buSzPts val="1440"/>
              <a:buChar char="⮚"/>
              <a:defRPr/>
            </a:lvl1pPr>
            <a:lvl2pPr marL="914400" lvl="1" indent="-320040" algn="l">
              <a:lnSpc>
                <a:spcPct val="100000"/>
              </a:lnSpc>
              <a:spcBef>
                <a:spcPts val="360"/>
              </a:spcBef>
              <a:spcAft>
                <a:spcPts val="0"/>
              </a:spcAft>
              <a:buClr>
                <a:schemeClr val="dk1"/>
              </a:buClr>
              <a:buSzPts val="1440"/>
              <a:buChar char="⮚"/>
              <a:defRPr/>
            </a:lvl2pPr>
            <a:lvl3pPr marL="1371600" lvl="2" indent="-320039" algn="l">
              <a:lnSpc>
                <a:spcPct val="100000"/>
              </a:lnSpc>
              <a:spcBef>
                <a:spcPts val="360"/>
              </a:spcBef>
              <a:spcAft>
                <a:spcPts val="0"/>
              </a:spcAft>
              <a:buClr>
                <a:schemeClr val="dk1"/>
              </a:buClr>
              <a:buSzPts val="1440"/>
              <a:buChar char="⮚"/>
              <a:defRPr/>
            </a:lvl3pPr>
            <a:lvl4pPr marL="1828800" lvl="3" indent="-320039" algn="l">
              <a:lnSpc>
                <a:spcPct val="100000"/>
              </a:lnSpc>
              <a:spcBef>
                <a:spcPts val="360"/>
              </a:spcBef>
              <a:spcAft>
                <a:spcPts val="0"/>
              </a:spcAft>
              <a:buClr>
                <a:schemeClr val="dk1"/>
              </a:buClr>
              <a:buSzPts val="1440"/>
              <a:buChar char="⮚"/>
              <a:defRPr/>
            </a:lvl4pPr>
            <a:lvl5pPr marL="2286000" lvl="4" indent="-320039" algn="l">
              <a:lnSpc>
                <a:spcPct val="100000"/>
              </a:lnSpc>
              <a:spcBef>
                <a:spcPts val="360"/>
              </a:spcBef>
              <a:spcAft>
                <a:spcPts val="0"/>
              </a:spcAft>
              <a:buClr>
                <a:schemeClr val="dk1"/>
              </a:buClr>
              <a:buSzPts val="1440"/>
              <a:buChar char="⮚"/>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8" name="Google Shape;68;p33"/>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3"/>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0"/>
        <p:cNvGrpSpPr/>
        <p:nvPr/>
      </p:nvGrpSpPr>
      <p:grpSpPr>
        <a:xfrm>
          <a:off x="0" y="0"/>
          <a:ext cx="0" cy="0"/>
          <a:chOff x="0" y="0"/>
          <a:chExt cx="0" cy="0"/>
        </a:xfrm>
      </p:grpSpPr>
      <p:sp>
        <p:nvSpPr>
          <p:cNvPr id="71" name="Google Shape;71;p34"/>
          <p:cNvSpPr txBox="1">
            <a:spLocks noGrp="1"/>
          </p:cNvSpPr>
          <p:nvPr>
            <p:ph type="title"/>
          </p:nvPr>
        </p:nvSpPr>
        <p:spPr>
          <a:xfrm rot="5400000">
            <a:off x="7604919" y="2148684"/>
            <a:ext cx="5211763" cy="27432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4"/>
          <p:cNvSpPr txBox="1">
            <a:spLocks noGrp="1"/>
          </p:cNvSpPr>
          <p:nvPr>
            <p:ph type="body" idx="1"/>
          </p:nvPr>
        </p:nvSpPr>
        <p:spPr>
          <a:xfrm rot="5400000">
            <a:off x="2016919" y="-492917"/>
            <a:ext cx="5211763" cy="80264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360"/>
              </a:spcBef>
              <a:spcAft>
                <a:spcPts val="0"/>
              </a:spcAft>
              <a:buClr>
                <a:schemeClr val="dk1"/>
              </a:buClr>
              <a:buSzPts val="1440"/>
              <a:buChar char="⮚"/>
              <a:defRPr/>
            </a:lvl1pPr>
            <a:lvl2pPr marL="914400" lvl="1" indent="-320040" algn="l">
              <a:lnSpc>
                <a:spcPct val="100000"/>
              </a:lnSpc>
              <a:spcBef>
                <a:spcPts val="360"/>
              </a:spcBef>
              <a:spcAft>
                <a:spcPts val="0"/>
              </a:spcAft>
              <a:buClr>
                <a:schemeClr val="dk1"/>
              </a:buClr>
              <a:buSzPts val="1440"/>
              <a:buChar char="⮚"/>
              <a:defRPr/>
            </a:lvl2pPr>
            <a:lvl3pPr marL="1371600" lvl="2" indent="-320039" algn="l">
              <a:lnSpc>
                <a:spcPct val="100000"/>
              </a:lnSpc>
              <a:spcBef>
                <a:spcPts val="360"/>
              </a:spcBef>
              <a:spcAft>
                <a:spcPts val="0"/>
              </a:spcAft>
              <a:buClr>
                <a:schemeClr val="dk1"/>
              </a:buClr>
              <a:buSzPts val="1440"/>
              <a:buChar char="⮚"/>
              <a:defRPr/>
            </a:lvl3pPr>
            <a:lvl4pPr marL="1828800" lvl="3" indent="-320039" algn="l">
              <a:lnSpc>
                <a:spcPct val="100000"/>
              </a:lnSpc>
              <a:spcBef>
                <a:spcPts val="360"/>
              </a:spcBef>
              <a:spcAft>
                <a:spcPts val="0"/>
              </a:spcAft>
              <a:buClr>
                <a:schemeClr val="dk1"/>
              </a:buClr>
              <a:buSzPts val="1440"/>
              <a:buChar char="⮚"/>
              <a:defRPr/>
            </a:lvl4pPr>
            <a:lvl5pPr marL="2286000" lvl="4" indent="-320039" algn="l">
              <a:lnSpc>
                <a:spcPct val="100000"/>
              </a:lnSpc>
              <a:spcBef>
                <a:spcPts val="360"/>
              </a:spcBef>
              <a:spcAft>
                <a:spcPts val="0"/>
              </a:spcAft>
              <a:buClr>
                <a:schemeClr val="dk1"/>
              </a:buClr>
              <a:buSzPts val="1440"/>
              <a:buChar char="⮚"/>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3" name="Google Shape;73;p34"/>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4"/>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609600" y="704850"/>
            <a:ext cx="10972800" cy="1143000"/>
          </a:xfrm>
          <a:prstGeom prst="rect">
            <a:avLst/>
          </a:prstGeom>
          <a:noFill/>
          <a:ln>
            <a:noFill/>
          </a:ln>
        </p:spPr>
        <p:txBody>
          <a:bodyPr spcFirstLastPara="1" wrap="square" lIns="0" tIns="45700" rIns="0" bIns="0" anchor="b" anchorCtr="0">
            <a:no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9pPr>
          </a:lstStyle>
          <a:p>
            <a:endParaRPr/>
          </a:p>
        </p:txBody>
      </p:sp>
      <p:sp>
        <p:nvSpPr>
          <p:cNvPr id="11" name="Google Shape;11;p23"/>
          <p:cNvSpPr txBox="1">
            <a:spLocks noGrp="1"/>
          </p:cNvSpPr>
          <p:nvPr>
            <p:ph type="body" idx="1"/>
          </p:nvPr>
        </p:nvSpPr>
        <p:spPr>
          <a:xfrm>
            <a:off x="609600" y="1935164"/>
            <a:ext cx="10972800" cy="4389437"/>
          </a:xfrm>
          <a:prstGeom prst="rect">
            <a:avLst/>
          </a:prstGeom>
          <a:noFill/>
          <a:ln>
            <a:noFill/>
          </a:ln>
        </p:spPr>
        <p:txBody>
          <a:bodyPr spcFirstLastPara="1" wrap="square" lIns="91425" tIns="45700" rIns="91425" bIns="45700" anchor="t" anchorCtr="0">
            <a:noAutofit/>
          </a:bodyPr>
          <a:lstStyle>
            <a:lvl1pPr marL="457200" marR="0" lvl="0"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1pPr>
            <a:lvl2pPr marL="914400" marR="0" lvl="1"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2pPr>
            <a:lvl3pPr marL="1371600" marR="0" lvl="2"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3pPr>
            <a:lvl4pPr marL="1828800" marR="0" lvl="3"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4pPr>
            <a:lvl5pPr marL="2286000" marR="0" lvl="4"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5pPr>
            <a:lvl6pPr marL="2743200" marR="0" lvl="5" indent="-320039" algn="l" rtl="0">
              <a:lnSpc>
                <a:spcPct val="100000"/>
              </a:lnSpc>
              <a:spcBef>
                <a:spcPts val="360"/>
              </a:spcBef>
              <a:spcAft>
                <a:spcPts val="0"/>
              </a:spcAft>
              <a:buClr>
                <a:schemeClr val="accent5"/>
              </a:buClr>
              <a:buSzPts val="1440"/>
              <a:buFont typeface="Noto Sans Symbols"/>
              <a:buChar char="⚫"/>
              <a:defRPr sz="1800" b="0" i="0" u="none" strike="noStrike" cap="none">
                <a:solidFill>
                  <a:schemeClr val="dk1"/>
                </a:solidFill>
                <a:latin typeface="Arial"/>
                <a:ea typeface="Arial"/>
                <a:cs typeface="Arial"/>
                <a:sym typeface="Arial"/>
              </a:defRPr>
            </a:lvl6pPr>
            <a:lvl7pPr marL="3200400" marR="0" lvl="6" indent="-309879" algn="l" rtl="0">
              <a:lnSpc>
                <a:spcPct val="100000"/>
              </a:lnSpc>
              <a:spcBef>
                <a:spcPts val="320"/>
              </a:spcBef>
              <a:spcAft>
                <a:spcPts val="0"/>
              </a:spcAft>
              <a:buClr>
                <a:schemeClr val="accent6"/>
              </a:buClr>
              <a:buSzPts val="1280"/>
              <a:buFont typeface="Noto Sans Symbols"/>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17500" algn="l" rtl="0">
              <a:lnSpc>
                <a:spcPct val="100000"/>
              </a:lnSpc>
              <a:spcBef>
                <a:spcPts val="28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2" name="Google Shape;12;p23"/>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Google Shape;86;p1"/>
          <p:cNvSpPr txBox="1">
            <a:spLocks noGrp="1"/>
          </p:cNvSpPr>
          <p:nvPr>
            <p:ph type="title"/>
          </p:nvPr>
        </p:nvSpPr>
        <p:spPr>
          <a:xfrm>
            <a:off x="3833699" y="511632"/>
            <a:ext cx="8184637" cy="2303678"/>
          </a:xfrm>
          <a:prstGeom prst="rect">
            <a:avLst/>
          </a:prstGeom>
          <a:noFill/>
          <a:ln>
            <a:noFill/>
          </a:ln>
        </p:spPr>
        <p:txBody>
          <a:bodyPr spcFirstLastPara="1" wrap="square" lIns="0" tIns="45700" rIns="0" bIns="0" anchor="b" anchorCtr="0">
            <a:noAutofit/>
          </a:bodyPr>
          <a:lstStyle/>
          <a:p>
            <a:pPr lvl="0" algn="ctr"/>
            <a:r>
              <a:rPr lang="en-US" sz="3600" b="1" dirty="0">
                <a:latin typeface="Times New Roman" panose="02020603050405020304" pitchFamily="18" charset="0"/>
                <a:ea typeface="Times New Roman"/>
                <a:cs typeface="Times New Roman" panose="02020603050405020304" pitchFamily="18" charset="0"/>
                <a:sym typeface="Times New Roman"/>
              </a:rPr>
              <a:t>24ITT41 – DESIGN AND ANALYSIS OF ALGORITHMS</a:t>
            </a:r>
            <a:endParaRPr sz="3600" b="1" dirty="0">
              <a:latin typeface="Times New Roman" panose="02020603050405020304" pitchFamily="18" charset="0"/>
              <a:ea typeface="Times New Roman"/>
              <a:cs typeface="Times New Roman" panose="02020603050405020304" pitchFamily="18" charset="0"/>
              <a:sym typeface="Times New Roman"/>
            </a:endParaRPr>
          </a:p>
        </p:txBody>
      </p:sp>
      <p:sp>
        <p:nvSpPr>
          <p:cNvPr id="87" name="Google Shape;87;p1"/>
          <p:cNvSpPr txBox="1">
            <a:spLocks noGrp="1"/>
          </p:cNvSpPr>
          <p:nvPr>
            <p:ph type="body" idx="1"/>
          </p:nvPr>
        </p:nvSpPr>
        <p:spPr>
          <a:xfrm>
            <a:off x="1472513" y="2121013"/>
            <a:ext cx="4040100" cy="658800"/>
          </a:xfrm>
          <a:prstGeom prst="rect">
            <a:avLst/>
          </a:prstGeom>
          <a:noFill/>
          <a:ln>
            <a:noFill/>
          </a:ln>
        </p:spPr>
        <p:txBody>
          <a:bodyPr spcFirstLastPara="1" wrap="square" lIns="45700" tIns="0" rIns="45700" bIns="0" anchor="ctr" anchorCtr="0">
            <a:noAutofit/>
          </a:bodyPr>
          <a:lstStyle/>
          <a:p>
            <a:pPr marL="0" lvl="0" indent="0" algn="ctr" rtl="0">
              <a:lnSpc>
                <a:spcPct val="100000"/>
              </a:lnSpc>
              <a:spcBef>
                <a:spcPts val="0"/>
              </a:spcBef>
              <a:spcAft>
                <a:spcPts val="0"/>
              </a:spcAft>
              <a:buClr>
                <a:schemeClr val="dk2"/>
              </a:buClr>
              <a:buSzPts val="2560"/>
              <a:buNone/>
            </a:pPr>
            <a:endParaRPr sz="3200" dirty="0">
              <a:solidFill>
                <a:srgbClr val="B9077E"/>
              </a:solidFill>
            </a:endParaRPr>
          </a:p>
          <a:p>
            <a:pPr marL="0" lvl="0" indent="0" algn="ctr" rtl="0">
              <a:lnSpc>
                <a:spcPct val="100000"/>
              </a:lnSpc>
              <a:spcBef>
                <a:spcPts val="640"/>
              </a:spcBef>
              <a:spcAft>
                <a:spcPts val="0"/>
              </a:spcAft>
              <a:buClr>
                <a:srgbClr val="B9077E"/>
              </a:buClr>
              <a:buSzPts val="2560"/>
              <a:buNone/>
            </a:pPr>
            <a:r>
              <a:rPr lang="en-US" sz="3200" dirty="0">
                <a:solidFill>
                  <a:srgbClr val="B9077E"/>
                </a:solidFill>
              </a:rPr>
              <a:t>    </a:t>
            </a:r>
            <a:endParaRPr sz="3200" dirty="0"/>
          </a:p>
        </p:txBody>
      </p:sp>
      <p:pic>
        <p:nvPicPr>
          <p:cNvPr id="88" name="Google Shape;88;p1" descr="klogo copy.png"/>
          <p:cNvPicPr preferRelativeResize="0"/>
          <p:nvPr/>
        </p:nvPicPr>
        <p:blipFill rotWithShape="1">
          <a:blip r:embed="rId4">
            <a:alphaModFix/>
          </a:blip>
          <a:srcRect/>
          <a:stretch/>
        </p:blipFill>
        <p:spPr>
          <a:xfrm>
            <a:off x="2286851" y="1589512"/>
            <a:ext cx="1374775" cy="1066800"/>
          </a:xfrm>
          <a:prstGeom prst="rect">
            <a:avLst/>
          </a:prstGeom>
          <a:noFill/>
          <a:ln>
            <a:noFill/>
          </a:ln>
        </p:spPr>
      </p:pic>
      <p:pic>
        <p:nvPicPr>
          <p:cNvPr id="89" name="Google Shape;89;p1" descr="kec2blackborder png.PNG"/>
          <p:cNvPicPr preferRelativeResize="0"/>
          <p:nvPr/>
        </p:nvPicPr>
        <p:blipFill rotWithShape="1">
          <a:blip r:embed="rId5">
            <a:alphaModFix/>
          </a:blip>
          <a:srcRect/>
          <a:stretch/>
        </p:blipFill>
        <p:spPr>
          <a:xfrm>
            <a:off x="887859" y="4413708"/>
            <a:ext cx="1479550" cy="1841500"/>
          </a:xfrm>
          <a:prstGeom prst="rect">
            <a:avLst/>
          </a:prstGeom>
          <a:noFill/>
          <a:ln>
            <a:noFill/>
          </a:ln>
        </p:spPr>
      </p:pic>
      <p:sp>
        <p:nvSpPr>
          <p:cNvPr id="90" name="Google Shape;90;p1"/>
          <p:cNvSpPr/>
          <p:nvPr/>
        </p:nvSpPr>
        <p:spPr>
          <a:xfrm>
            <a:off x="8691716" y="4490582"/>
            <a:ext cx="7354529" cy="161578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700"/>
              <a:buFont typeface="Arial"/>
              <a:buNone/>
            </a:pPr>
            <a:r>
              <a:rPr lang="en-US" sz="2200" dirty="0">
                <a:solidFill>
                  <a:srgbClr val="0B5394"/>
                </a:solidFill>
                <a:latin typeface="Times New Roman"/>
                <a:ea typeface="Times New Roman"/>
                <a:cs typeface="Times New Roman"/>
                <a:sym typeface="Times New Roman"/>
              </a:rPr>
              <a:t>NAME: DHANUSRI V</a:t>
            </a:r>
          </a:p>
          <a:p>
            <a:pPr marL="0" marR="0" lvl="0" indent="0" algn="l" rtl="0">
              <a:lnSpc>
                <a:spcPct val="150000"/>
              </a:lnSpc>
              <a:spcBef>
                <a:spcPts val="0"/>
              </a:spcBef>
              <a:spcAft>
                <a:spcPts val="0"/>
              </a:spcAft>
              <a:buClr>
                <a:srgbClr val="000000"/>
              </a:buClr>
              <a:buSzPts val="1700"/>
              <a:buFont typeface="Arial"/>
              <a:buNone/>
            </a:pPr>
            <a:r>
              <a:rPr lang="en-US" sz="2200" dirty="0">
                <a:solidFill>
                  <a:srgbClr val="0B5394"/>
                </a:solidFill>
                <a:latin typeface="Times New Roman"/>
                <a:ea typeface="Times New Roman"/>
                <a:cs typeface="Times New Roman"/>
                <a:sym typeface="Times New Roman"/>
              </a:rPr>
              <a:t>ROLL NO: 24ITR027</a:t>
            </a:r>
          </a:p>
          <a:p>
            <a:pPr marL="0" marR="0" lvl="0" indent="0" algn="l" rtl="0">
              <a:lnSpc>
                <a:spcPct val="150000"/>
              </a:lnSpc>
              <a:spcBef>
                <a:spcPts val="0"/>
              </a:spcBef>
              <a:spcAft>
                <a:spcPts val="0"/>
              </a:spcAft>
              <a:buClr>
                <a:srgbClr val="000000"/>
              </a:buClr>
              <a:buSzPts val="1700"/>
              <a:buFont typeface="Arial"/>
              <a:buNone/>
            </a:pPr>
            <a:endParaRPr lang="en-US" sz="2200" dirty="0">
              <a:solidFill>
                <a:srgbClr val="0B5394"/>
              </a:solidFill>
              <a:latin typeface="Times New Roman"/>
              <a:ea typeface="Times New Roman"/>
              <a:cs typeface="Times New Roman"/>
              <a:sym typeface="Times New Roman"/>
            </a:endParaRPr>
          </a:p>
        </p:txBody>
      </p:sp>
      <p:graphicFrame>
        <p:nvGraphicFramePr>
          <p:cNvPr id="2" name="Table 1"/>
          <p:cNvGraphicFramePr>
            <a:graphicFrameLocks noGrp="1"/>
          </p:cNvGraphicFramePr>
          <p:nvPr>
            <p:extLst>
              <p:ext uri="{D42A27DB-BD31-4B8C-83A1-F6EECF244321}">
                <p14:modId xmlns:p14="http://schemas.microsoft.com/office/powerpoint/2010/main" val="427693127"/>
              </p:ext>
            </p:extLst>
          </p:nvPr>
        </p:nvGraphicFramePr>
        <p:xfrm>
          <a:off x="4480191" y="5154484"/>
          <a:ext cx="7538145" cy="366908"/>
        </p:xfrm>
        <a:graphic>
          <a:graphicData uri="http://schemas.openxmlformats.org/drawingml/2006/table">
            <a:tbl>
              <a:tblPr firstRow="1" bandRow="1">
                <a:tableStyleId>{5940675A-B579-460E-94D1-54222C63F5DA}</a:tableStyleId>
              </a:tblPr>
              <a:tblGrid>
                <a:gridCol w="1673472">
                  <a:extLst>
                    <a:ext uri="{9D8B030D-6E8A-4147-A177-3AD203B41FA5}">
                      <a16:colId xmlns:a16="http://schemas.microsoft.com/office/drawing/2014/main" val="3781455394"/>
                    </a:ext>
                  </a:extLst>
                </a:gridCol>
                <a:gridCol w="279271">
                  <a:extLst>
                    <a:ext uri="{9D8B030D-6E8A-4147-A177-3AD203B41FA5}">
                      <a16:colId xmlns:a16="http://schemas.microsoft.com/office/drawing/2014/main" val="3786070190"/>
                    </a:ext>
                  </a:extLst>
                </a:gridCol>
                <a:gridCol w="5585402">
                  <a:extLst>
                    <a:ext uri="{9D8B030D-6E8A-4147-A177-3AD203B41FA5}">
                      <a16:colId xmlns:a16="http://schemas.microsoft.com/office/drawing/2014/main" val="2962891905"/>
                    </a:ext>
                  </a:extLst>
                </a:gridCol>
              </a:tblGrid>
              <a:tr h="366908">
                <a:tc>
                  <a:txBody>
                    <a:bodyPr/>
                    <a:lstStyle/>
                    <a:p>
                      <a:endParaRPr lang="en-US" sz="1800" b="1" dirty="0">
                        <a:solidFill>
                          <a:srgbClr val="0070C0"/>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b="1" dirty="0">
                        <a:solidFill>
                          <a:srgbClr val="0070C0"/>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b="1" dirty="0">
                        <a:solidFill>
                          <a:srgbClr val="0070C0"/>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965926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41DE63-083D-8E55-45DC-15ED65B1148D}"/>
              </a:ext>
            </a:extLst>
          </p:cNvPr>
          <p:cNvSpPr txBox="1"/>
          <p:nvPr/>
        </p:nvSpPr>
        <p:spPr>
          <a:xfrm>
            <a:off x="3679007" y="522854"/>
            <a:ext cx="5704114" cy="584775"/>
          </a:xfrm>
          <a:prstGeom prst="rect">
            <a:avLst/>
          </a:prstGeom>
          <a:noFill/>
        </p:spPr>
        <p:txBody>
          <a:bodyPr wrap="square" rtlCol="0">
            <a:sp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DE241D1-E96C-4836-58A1-A081A4C1A6F3}"/>
              </a:ext>
            </a:extLst>
          </p:cNvPr>
          <p:cNvSpPr txBox="1"/>
          <p:nvPr/>
        </p:nvSpPr>
        <p:spPr>
          <a:xfrm>
            <a:off x="1597305" y="1716348"/>
            <a:ext cx="9641711" cy="3246530"/>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are n runners in a race, one of whom is faster than all the others. You can compare the speed of two runners by making them race against each other. Have each runner race against every other runner. Identify the fastest runner as the one who wins all its comparisons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899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938B2B14-5E32-5001-AB98-D85C36D01F3A}"/>
              </a:ext>
            </a:extLst>
          </p:cNvPr>
          <p:cNvSpPr txBox="1"/>
          <p:nvPr/>
        </p:nvSpPr>
        <p:spPr>
          <a:xfrm>
            <a:off x="5237338" y="479399"/>
            <a:ext cx="5683045" cy="584775"/>
          </a:xfrm>
          <a:prstGeom prst="rect">
            <a:avLst/>
          </a:prstGeom>
          <a:noFill/>
        </p:spPr>
        <p:txBody>
          <a:bodyPr wrap="square" rtlCol="0">
            <a:spAutoFit/>
          </a:bodyPr>
          <a:lstStyle/>
          <a:p>
            <a:r>
              <a:rPr lang="en-US" sz="3200" b="1" dirty="0">
                <a:solidFill>
                  <a:schemeClr val="accent1"/>
                </a:solidFill>
                <a:latin typeface="Times New Roman" panose="02020603050405020304" pitchFamily="18" charset="0"/>
                <a:cs typeface="Times New Roman" panose="02020603050405020304" pitchFamily="18" charset="0"/>
              </a:rPr>
              <a:t>OBJECTIVE</a:t>
            </a:r>
            <a:endParaRPr lang="en-IN" sz="3200" b="1" dirty="0">
              <a:solidFill>
                <a:schemeClr val="accent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B6D421E-F2B0-73A8-506E-5E77E66FD198}"/>
              </a:ext>
            </a:extLst>
          </p:cNvPr>
          <p:cNvSpPr txBox="1"/>
          <p:nvPr/>
        </p:nvSpPr>
        <p:spPr>
          <a:xfrm>
            <a:off x="1565477" y="1418955"/>
            <a:ext cx="9939758" cy="3892861"/>
          </a:xfrm>
          <a:prstGeom prst="rect">
            <a:avLst/>
          </a:prstGeom>
          <a:noFill/>
        </p:spPr>
        <p:txBody>
          <a:bodyPr wrap="square">
            <a:spAutoFit/>
          </a:bodyPr>
          <a:lstStyle/>
          <a:p>
            <a:pPr>
              <a:lnSpc>
                <a:spcPct val="150000"/>
              </a:lnSpc>
            </a:pPr>
            <a:r>
              <a:rPr lang="en-US" sz="2800" dirty="0">
                <a:latin typeface="Times New Roman" panose="02020603050405020304" pitchFamily="18" charset="0"/>
                <a:cs typeface="Times New Roman" panose="02020603050405020304" pitchFamily="18" charset="0"/>
              </a:rPr>
              <a:t>The main objective of this problem is: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identify the fastest runner among </a:t>
            </a:r>
            <a:r>
              <a:rPr lang="en-US" sz="2800" i="1" dirty="0">
                <a:latin typeface="Times New Roman" panose="02020603050405020304" pitchFamily="18" charset="0"/>
                <a:cs typeface="Times New Roman" panose="02020603050405020304" pitchFamily="18" charset="0"/>
              </a:rPr>
              <a:t>n</a:t>
            </a:r>
            <a:r>
              <a:rPr lang="en-US" sz="2800" dirty="0">
                <a:latin typeface="Times New Roman" panose="02020603050405020304" pitchFamily="18" charset="0"/>
                <a:cs typeface="Times New Roman" panose="02020603050405020304" pitchFamily="18" charset="0"/>
              </a:rPr>
              <a:t> runners by comparing each runner with every other runner.</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identify the fastest runner who wins the race.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solve this problem using brute force by comparing each pair of players to find the fastest player.</a:t>
            </a:r>
          </a:p>
        </p:txBody>
      </p:sp>
    </p:spTree>
    <p:extLst>
      <p:ext uri="{BB962C8B-B14F-4D97-AF65-F5344CB8AC3E}">
        <p14:creationId xmlns:p14="http://schemas.microsoft.com/office/powerpoint/2010/main" val="272065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EAFBC9-FB48-447B-6010-91FB78D53E83}"/>
              </a:ext>
            </a:extLst>
          </p:cNvPr>
          <p:cNvSpPr txBox="1"/>
          <p:nvPr/>
        </p:nvSpPr>
        <p:spPr>
          <a:xfrm>
            <a:off x="3988515" y="-457319"/>
            <a:ext cx="6419235" cy="677108"/>
          </a:xfrm>
          <a:prstGeom prst="rect">
            <a:avLst/>
          </a:prstGeom>
          <a:noFill/>
        </p:spPr>
        <p:txBody>
          <a:bodyPr wrap="square" rtlCol="0">
            <a:spAutoFit/>
          </a:bodyPr>
          <a:lstStyle/>
          <a:p>
            <a:endParaRPr lang="en-IN" sz="1900" dirty="0">
              <a:solidFill>
                <a:schemeClr val="accent1">
                  <a:lumMod val="75000"/>
                </a:schemeClr>
              </a:solidFill>
              <a:latin typeface="Times New Roman" panose="02020603050405020304" pitchFamily="18" charset="0"/>
              <a:cs typeface="Times New Roman" panose="02020603050405020304" pitchFamily="18" charset="0"/>
            </a:endParaRPr>
          </a:p>
          <a:p>
            <a:endParaRPr lang="en-IN" sz="1900" dirty="0">
              <a:latin typeface="Times New Roman" panose="02020603050405020304" pitchFamily="18" charset="0"/>
              <a:cs typeface="Times New Roman" panose="02020603050405020304" pitchFamily="18" charset="0"/>
            </a:endParaRPr>
          </a:p>
        </p:txBody>
      </p:sp>
      <p:sp>
        <p:nvSpPr>
          <p:cNvPr id="7" name="Text 2">
            <a:extLst>
              <a:ext uri="{FF2B5EF4-FFF2-40B4-BE49-F238E27FC236}">
                <a16:creationId xmlns:a16="http://schemas.microsoft.com/office/drawing/2014/main" id="{E3A5C1B0-FC76-A1C4-748E-CBBD4F246391}"/>
              </a:ext>
            </a:extLst>
          </p:cNvPr>
          <p:cNvSpPr/>
          <p:nvPr/>
        </p:nvSpPr>
        <p:spPr>
          <a:xfrm>
            <a:off x="2687914" y="344242"/>
            <a:ext cx="8229600" cy="685800"/>
          </a:xfrm>
          <a:prstGeom prst="rect">
            <a:avLst/>
          </a:prstGeom>
          <a:noFill/>
          <a:ln/>
        </p:spPr>
        <p:txBody>
          <a:bodyPr wrap="square" rtlCol="0" anchor="ctr"/>
          <a:lstStyle/>
          <a:p>
            <a:pPr marL="0" indent="0" algn="ctr">
              <a:buNone/>
            </a:pPr>
            <a:r>
              <a:rPr lang="en-US" sz="3200" b="1" dirty="0">
                <a:solidFill>
                  <a:schemeClr val="accent1"/>
                </a:solidFill>
                <a:latin typeface="Times New Roman" panose="02020603050405020304" pitchFamily="18" charset="0"/>
                <a:cs typeface="Times New Roman" panose="02020603050405020304" pitchFamily="18" charset="0"/>
              </a:rPr>
              <a:t>ALGORITHM DESIGN TECHNIQUE</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8" name="Shape 3">
            <a:extLst>
              <a:ext uri="{FF2B5EF4-FFF2-40B4-BE49-F238E27FC236}">
                <a16:creationId xmlns:a16="http://schemas.microsoft.com/office/drawing/2014/main" id="{0CAF2399-80F7-1856-4C48-0AD7EB49AACE}"/>
              </a:ext>
            </a:extLst>
          </p:cNvPr>
          <p:cNvSpPr/>
          <p:nvPr/>
        </p:nvSpPr>
        <p:spPr>
          <a:xfrm>
            <a:off x="1667637" y="1388857"/>
            <a:ext cx="8595360" cy="1239781"/>
          </a:xfrm>
          <a:prstGeom prst="rect">
            <a:avLst/>
          </a:prstGeom>
          <a:solidFill>
            <a:srgbClr val="FFFFFF"/>
          </a:solidFill>
          <a:ln w="12700">
            <a:solidFill>
              <a:srgbClr val="E3EEF9"/>
            </a:solidFill>
            <a:prstDash val="solid"/>
          </a:ln>
        </p:spPr>
      </p:sp>
      <p:sp>
        <p:nvSpPr>
          <p:cNvPr id="4" name="TextBox 3">
            <a:extLst>
              <a:ext uri="{FF2B5EF4-FFF2-40B4-BE49-F238E27FC236}">
                <a16:creationId xmlns:a16="http://schemas.microsoft.com/office/drawing/2014/main" id="{02AD944D-FC12-6D35-3FC6-45074F683B08}"/>
              </a:ext>
            </a:extLst>
          </p:cNvPr>
          <p:cNvSpPr txBox="1"/>
          <p:nvPr/>
        </p:nvSpPr>
        <p:spPr>
          <a:xfrm>
            <a:off x="1391855" y="1576282"/>
            <a:ext cx="10449045" cy="389286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problem uses a Brute Force Pairwise Comparison Algorithm to find the fastest runner.</a:t>
            </a:r>
          </a:p>
          <a:p>
            <a:pPr>
              <a:lnSpc>
                <a:spcPct val="150000"/>
              </a:lnSpc>
              <a:buNone/>
            </a:pPr>
            <a:r>
              <a:rPr lang="en-US" sz="2800" b="1" dirty="0">
                <a:latin typeface="Times New Roman" panose="02020603050405020304" pitchFamily="18" charset="0"/>
                <a:cs typeface="Times New Roman" panose="02020603050405020304" pitchFamily="18" charset="0"/>
              </a:rPr>
              <a:t>Idea of the Algorithm</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Compare every runner with every other runner </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Record who wins each comparison </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runner who wins against all others (n − 1 wins) is the fastest</a:t>
            </a:r>
          </a:p>
        </p:txBody>
      </p:sp>
    </p:spTree>
    <p:extLst>
      <p:ext uri="{BB962C8B-B14F-4D97-AF65-F5344CB8AC3E}">
        <p14:creationId xmlns:p14="http://schemas.microsoft.com/office/powerpoint/2010/main" val="270692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ED3719-DF33-ACDD-6270-5DCDA6A69AA2}"/>
              </a:ext>
            </a:extLst>
          </p:cNvPr>
          <p:cNvSpPr txBox="1"/>
          <p:nvPr/>
        </p:nvSpPr>
        <p:spPr>
          <a:xfrm>
            <a:off x="3340117" y="134608"/>
            <a:ext cx="6522321" cy="892552"/>
          </a:xfrm>
          <a:prstGeom prst="rect">
            <a:avLst/>
          </a:prstGeom>
          <a:noFill/>
        </p:spPr>
        <p:txBody>
          <a:bodyPr wrap="square" rtlCol="0">
            <a:spAutoFit/>
          </a:bodyPr>
          <a:lstStyle/>
          <a:p>
            <a:pPr algn="ctr"/>
            <a:r>
              <a:rPr lang="en-IN" sz="3200" b="1" dirty="0">
                <a:solidFill>
                  <a:schemeClr val="accent2">
                    <a:lumMod val="75000"/>
                  </a:schemeClr>
                </a:solidFill>
                <a:latin typeface="Times New Roman" panose="02020603050405020304" pitchFamily="18" charset="0"/>
                <a:cs typeface="Times New Roman" panose="02020603050405020304" pitchFamily="18" charset="0"/>
              </a:rPr>
              <a:t>CODING</a:t>
            </a:r>
          </a:p>
          <a:p>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7FC2699-77FA-0535-6018-9601FE3D5A43}"/>
              </a:ext>
            </a:extLst>
          </p:cNvPr>
          <p:cNvPicPr>
            <a:picLocks noChangeAspect="1"/>
          </p:cNvPicPr>
          <p:nvPr/>
        </p:nvPicPr>
        <p:blipFill>
          <a:blip r:embed="rId3"/>
          <a:stretch>
            <a:fillRect/>
          </a:stretch>
        </p:blipFill>
        <p:spPr>
          <a:xfrm>
            <a:off x="2534857" y="653311"/>
            <a:ext cx="8609834" cy="6070081"/>
          </a:xfrm>
          <a:prstGeom prst="rect">
            <a:avLst/>
          </a:prstGeom>
        </p:spPr>
      </p:pic>
    </p:spTree>
    <p:extLst>
      <p:ext uri="{BB962C8B-B14F-4D97-AF65-F5344CB8AC3E}">
        <p14:creationId xmlns:p14="http://schemas.microsoft.com/office/powerpoint/2010/main" val="2924789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a:extLst>
              <a:ext uri="{FF2B5EF4-FFF2-40B4-BE49-F238E27FC236}">
                <a16:creationId xmlns:a16="http://schemas.microsoft.com/office/drawing/2014/main" id="{DF2B7904-E8D8-F83B-4216-DD4FCCAC7DB4}"/>
              </a:ext>
            </a:extLst>
          </p:cNvPr>
          <p:cNvSpPr/>
          <p:nvPr/>
        </p:nvSpPr>
        <p:spPr>
          <a:xfrm>
            <a:off x="1343771" y="343819"/>
            <a:ext cx="11033232" cy="685800"/>
          </a:xfrm>
          <a:prstGeom prst="rect">
            <a:avLst/>
          </a:prstGeom>
          <a:noFill/>
          <a:ln/>
        </p:spPr>
        <p:txBody>
          <a:bodyPr wrap="square" rtlCol="0" anchor="ctr"/>
          <a:lstStyle/>
          <a:p>
            <a:pPr marL="0" indent="0" algn="ctr">
              <a:buNone/>
            </a:pPr>
            <a:r>
              <a:rPr lang="en-US" sz="3200" b="1" dirty="0">
                <a:solidFill>
                  <a:schemeClr val="accent1"/>
                </a:solidFill>
                <a:latin typeface="Times New Roman" panose="02020603050405020304" pitchFamily="18" charset="0"/>
                <a:cs typeface="Times New Roman" panose="02020603050405020304" pitchFamily="18" charset="0"/>
              </a:rPr>
              <a:t>OUTPUT SCREENSHOTS</a:t>
            </a:r>
          </a:p>
        </p:txBody>
      </p:sp>
      <p:pic>
        <p:nvPicPr>
          <p:cNvPr id="5" name="Picture 4">
            <a:extLst>
              <a:ext uri="{FF2B5EF4-FFF2-40B4-BE49-F238E27FC236}">
                <a16:creationId xmlns:a16="http://schemas.microsoft.com/office/drawing/2014/main" id="{38A022AD-E0EF-AA03-21FD-EC2FDBC54422}"/>
              </a:ext>
            </a:extLst>
          </p:cNvPr>
          <p:cNvPicPr>
            <a:picLocks noChangeAspect="1"/>
          </p:cNvPicPr>
          <p:nvPr/>
        </p:nvPicPr>
        <p:blipFill>
          <a:blip r:embed="rId2"/>
          <a:stretch>
            <a:fillRect/>
          </a:stretch>
        </p:blipFill>
        <p:spPr>
          <a:xfrm>
            <a:off x="1176486" y="1786113"/>
            <a:ext cx="10807170" cy="3285774"/>
          </a:xfrm>
          <a:prstGeom prst="rect">
            <a:avLst/>
          </a:prstGeom>
        </p:spPr>
      </p:pic>
    </p:spTree>
    <p:extLst>
      <p:ext uri="{BB962C8B-B14F-4D97-AF65-F5344CB8AC3E}">
        <p14:creationId xmlns:p14="http://schemas.microsoft.com/office/powerpoint/2010/main" val="2594794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a:extLst>
              <a:ext uri="{FF2B5EF4-FFF2-40B4-BE49-F238E27FC236}">
                <a16:creationId xmlns:a16="http://schemas.microsoft.com/office/drawing/2014/main" id="{1FAB1788-1D2A-C07E-E0D1-94E307E7F084}"/>
              </a:ext>
            </a:extLst>
          </p:cNvPr>
          <p:cNvSpPr/>
          <p:nvPr/>
        </p:nvSpPr>
        <p:spPr>
          <a:xfrm>
            <a:off x="1691149" y="297918"/>
            <a:ext cx="10117393" cy="685800"/>
          </a:xfrm>
          <a:prstGeom prst="rect">
            <a:avLst/>
          </a:prstGeom>
          <a:noFill/>
          <a:ln/>
        </p:spPr>
        <p:txBody>
          <a:bodyPr wrap="square" rtlCol="0" anchor="ctr"/>
          <a:lstStyle/>
          <a:p>
            <a:pPr marL="0" indent="0" algn="ctr">
              <a:buNone/>
            </a:pPr>
            <a:r>
              <a:rPr lang="en-US" sz="3200" b="1" dirty="0">
                <a:solidFill>
                  <a:schemeClr val="accent1"/>
                </a:solidFill>
                <a:latin typeface="Times New Roman" panose="02020603050405020304" pitchFamily="18" charset="0"/>
                <a:cs typeface="Times New Roman" panose="02020603050405020304" pitchFamily="18" charset="0"/>
              </a:rPr>
              <a:t>TIME COMPLEXITY - DERIVATION</a:t>
            </a:r>
          </a:p>
        </p:txBody>
      </p:sp>
      <p:sp>
        <p:nvSpPr>
          <p:cNvPr id="3" name="TextBox 2">
            <a:extLst>
              <a:ext uri="{FF2B5EF4-FFF2-40B4-BE49-F238E27FC236}">
                <a16:creationId xmlns:a16="http://schemas.microsoft.com/office/drawing/2014/main" id="{756D16A3-0AC8-1F28-FFEF-89CBB17A6D48}"/>
              </a:ext>
            </a:extLst>
          </p:cNvPr>
          <p:cNvSpPr txBox="1"/>
          <p:nvPr/>
        </p:nvSpPr>
        <p:spPr>
          <a:xfrm>
            <a:off x="6096000" y="1445383"/>
            <a:ext cx="5893442" cy="83099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Basic Operation: Comparison</a:t>
            </a:r>
          </a:p>
          <a:p>
            <a:endParaRPr lang="ar-AE"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7D4FDEF-A4E9-237D-1AAD-121B754841E7}"/>
              </a:ext>
            </a:extLst>
          </p:cNvPr>
          <p:cNvPicPr>
            <a:picLocks noChangeAspect="1"/>
          </p:cNvPicPr>
          <p:nvPr/>
        </p:nvPicPr>
        <p:blipFill>
          <a:blip r:embed="rId2"/>
          <a:stretch>
            <a:fillRect/>
          </a:stretch>
        </p:blipFill>
        <p:spPr>
          <a:xfrm>
            <a:off x="1445060" y="1574430"/>
            <a:ext cx="3451031" cy="5142174"/>
          </a:xfrm>
          <a:prstGeom prst="rect">
            <a:avLst/>
          </a:prstGeom>
        </p:spPr>
      </p:pic>
      <p:sp>
        <p:nvSpPr>
          <p:cNvPr id="21" name="TextBox 20">
            <a:extLst>
              <a:ext uri="{FF2B5EF4-FFF2-40B4-BE49-F238E27FC236}">
                <a16:creationId xmlns:a16="http://schemas.microsoft.com/office/drawing/2014/main" id="{7B800745-DCAA-E5DF-53F6-E586DBABF5EA}"/>
              </a:ext>
            </a:extLst>
          </p:cNvPr>
          <p:cNvSpPr txBox="1"/>
          <p:nvPr/>
        </p:nvSpPr>
        <p:spPr>
          <a:xfrm>
            <a:off x="1331244" y="983718"/>
            <a:ext cx="6094070"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Total Comparisons:</a:t>
            </a:r>
          </a:p>
        </p:txBody>
      </p:sp>
    </p:spTree>
    <p:extLst>
      <p:ext uri="{BB962C8B-B14F-4D97-AF65-F5344CB8AC3E}">
        <p14:creationId xmlns:p14="http://schemas.microsoft.com/office/powerpoint/2010/main" val="2955932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a:extLst>
              <a:ext uri="{FF2B5EF4-FFF2-40B4-BE49-F238E27FC236}">
                <a16:creationId xmlns:a16="http://schemas.microsoft.com/office/drawing/2014/main" id="{9454CD37-0317-AFD4-5A76-0D735F997401}"/>
              </a:ext>
            </a:extLst>
          </p:cNvPr>
          <p:cNvSpPr/>
          <p:nvPr/>
        </p:nvSpPr>
        <p:spPr>
          <a:xfrm>
            <a:off x="1416401" y="410792"/>
            <a:ext cx="10200605" cy="685800"/>
          </a:xfrm>
          <a:prstGeom prst="rect">
            <a:avLst/>
          </a:prstGeom>
          <a:noFill/>
          <a:ln/>
        </p:spPr>
        <p:txBody>
          <a:bodyPr wrap="square" rtlCol="0" anchor="ctr"/>
          <a:lstStyle/>
          <a:p>
            <a:pPr marL="0" indent="0" algn="ctr">
              <a:buNone/>
            </a:pPr>
            <a:r>
              <a:rPr lang="en-US" sz="3200" b="1" dirty="0">
                <a:solidFill>
                  <a:schemeClr val="accent2">
                    <a:lumMod val="75000"/>
                  </a:schemeClr>
                </a:solidFill>
                <a:latin typeface="Times New Roman" panose="02020603050405020304" pitchFamily="18" charset="0"/>
                <a:cs typeface="Times New Roman" panose="02020603050405020304" pitchFamily="18" charset="0"/>
              </a:rPr>
              <a:t>CONCLUSION</a:t>
            </a:r>
            <a:endParaRPr lang="en-US" sz="32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ADBCD3E-9DB7-DAFB-66E0-FC5E526F7A55}"/>
              </a:ext>
            </a:extLst>
          </p:cNvPr>
          <p:cNvSpPr txBox="1"/>
          <p:nvPr/>
        </p:nvSpPr>
        <p:spPr>
          <a:xfrm>
            <a:off x="1577052" y="1652979"/>
            <a:ext cx="9314726" cy="389286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algorithm uses </a:t>
            </a:r>
            <a:r>
              <a:rPr lang="en-US" sz="2800" b="1" dirty="0">
                <a:latin typeface="Times New Roman" panose="02020603050405020304" pitchFamily="18" charset="0"/>
                <a:cs typeface="Times New Roman" panose="02020603050405020304" pitchFamily="18" charset="0"/>
              </a:rPr>
              <a:t>brute force pairwise comparison</a:t>
            </a:r>
            <a:r>
              <a:rPr lang="en-US" sz="2800" dirty="0">
                <a:latin typeface="Times New Roman" panose="02020603050405020304" pitchFamily="18" charset="0"/>
                <a:cs typeface="Times New Roman" panose="02020603050405020304" pitchFamily="18" charset="0"/>
              </a:rPr>
              <a:t> </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guarantees correct result by checking </a:t>
            </a:r>
            <a:r>
              <a:rPr lang="en-US" sz="2800" b="1" dirty="0">
                <a:latin typeface="Times New Roman" panose="02020603050405020304" pitchFamily="18" charset="0"/>
                <a:cs typeface="Times New Roman" panose="02020603050405020304" pitchFamily="18" charset="0"/>
              </a:rPr>
              <a:t>all possible pairs</a:t>
            </a:r>
            <a:r>
              <a:rPr lang="en-US" sz="2800" dirty="0">
                <a:latin typeface="Times New Roman" panose="02020603050405020304" pitchFamily="18" charset="0"/>
                <a:cs typeface="Times New Roman" panose="02020603050405020304" pitchFamily="18" charset="0"/>
              </a:rPr>
              <a:t> </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fastest runner is identified as the one with </a:t>
            </a:r>
            <a:r>
              <a:rPr lang="en-US" sz="2800" b="1" dirty="0">
                <a:latin typeface="Times New Roman" panose="02020603050405020304" pitchFamily="18" charset="0"/>
                <a:cs typeface="Times New Roman" panose="02020603050405020304" pitchFamily="18" charset="0"/>
              </a:rPr>
              <a:t>(n − 1) wins</a:t>
            </a:r>
            <a:r>
              <a:rPr lang="en-US" sz="2800" dirty="0">
                <a:latin typeface="Times New Roman" panose="02020603050405020304" pitchFamily="18" charset="0"/>
                <a:cs typeface="Times New Roman" panose="02020603050405020304" pitchFamily="18" charset="0"/>
              </a:rPr>
              <a:t> </a:t>
            </a:r>
          </a:p>
          <a:p>
            <a:pPr>
              <a:lnSpc>
                <a:spcPct val="150000"/>
              </a:lnSpc>
            </a:pPr>
            <a:r>
              <a:rPr lang="en-US" sz="2800" b="1" dirty="0">
                <a:latin typeface="Times New Roman" panose="02020603050405020304" pitchFamily="18" charset="0"/>
                <a:cs typeface="Times New Roman" panose="02020603050405020304" pitchFamily="18" charset="0"/>
              </a:rPr>
              <a:t>Limitation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Not efficient for large inputs due to </a:t>
            </a:r>
            <a:r>
              <a:rPr lang="en-US" sz="2800" b="1" dirty="0">
                <a:latin typeface="Times New Roman" panose="02020603050405020304" pitchFamily="18" charset="0"/>
                <a:cs typeface="Times New Roman" panose="02020603050405020304" pitchFamily="18" charset="0"/>
              </a:rPr>
              <a:t>O(n²)</a:t>
            </a:r>
            <a:r>
              <a:rPr lang="en-US" sz="2800" dirty="0">
                <a:latin typeface="Times New Roman" panose="02020603050405020304" pitchFamily="18" charset="0"/>
                <a:cs typeface="Times New Roman" panose="02020603050405020304" pitchFamily="18" charset="0"/>
              </a:rPr>
              <a:t> time </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Number of comparisons increases rapidly as n grows </a:t>
            </a:r>
          </a:p>
        </p:txBody>
      </p:sp>
    </p:spTree>
    <p:extLst>
      <p:ext uri="{BB962C8B-B14F-4D97-AF65-F5344CB8AC3E}">
        <p14:creationId xmlns:p14="http://schemas.microsoft.com/office/powerpoint/2010/main" val="94745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168AD7-8487-1238-1040-8A1A95DFB71A}"/>
              </a:ext>
            </a:extLst>
          </p:cNvPr>
          <p:cNvSpPr txBox="1"/>
          <p:nvPr/>
        </p:nvSpPr>
        <p:spPr>
          <a:xfrm>
            <a:off x="4007702" y="2539204"/>
            <a:ext cx="5830529" cy="1015663"/>
          </a:xfrm>
          <a:prstGeom prst="rect">
            <a:avLst/>
          </a:prstGeom>
          <a:noFill/>
        </p:spPr>
        <p:txBody>
          <a:bodyPr wrap="square" rtlCol="0">
            <a:spAutoFit/>
          </a:bodyPr>
          <a:lstStyle/>
          <a:p>
            <a:r>
              <a:rPr lang="en-US" sz="6000" dirty="0">
                <a:solidFill>
                  <a:schemeClr val="accent1">
                    <a:lumMod val="50000"/>
                  </a:schemeClr>
                </a:solidFill>
                <a:latin typeface="Times New Roman" panose="02020603050405020304" pitchFamily="18" charset="0"/>
                <a:cs typeface="Times New Roman" panose="02020603050405020304" pitchFamily="18" charset="0"/>
              </a:rPr>
              <a:t>THANK YOU</a:t>
            </a:r>
            <a:endParaRPr lang="en-IN" sz="6000"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7981518"/>
      </p:ext>
    </p:extLst>
  </p:cSld>
  <p:clrMapOvr>
    <a:masterClrMapping/>
  </p:clrMapOvr>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1553</TotalTime>
  <Words>257</Words>
  <Application>Microsoft Office PowerPoint</Application>
  <PresentationFormat>Widescreen</PresentationFormat>
  <Paragraphs>38</Paragraphs>
  <Slides>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Noto Sans Symbols</vt:lpstr>
      <vt:lpstr>Times New Roman</vt:lpstr>
      <vt:lpstr>Flow</vt:lpstr>
      <vt:lpstr>24ITT41 – DESIGN AND ANALYSIS OF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 1:  Develop SCOPES template for your design challenge</dc:title>
  <dc:creator>kavinkumar M</dc:creator>
  <cp:lastModifiedBy>Dhanusri v</cp:lastModifiedBy>
  <cp:revision>64</cp:revision>
  <dcterms:created xsi:type="dcterms:W3CDTF">2021-04-21T15:36:00Z</dcterms:created>
  <dcterms:modified xsi:type="dcterms:W3CDTF">2026-04-20T04:42:16Z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37A3327C92E44D8A8E230645E01DA062</vt:lpwstr>
  </property>
  <property fmtid="{D5CDD505-2E9C-101B-9397-08002B2CF9AE}" pid="3" name="KSOProductBuildVer">
    <vt:lpwstr>1033-11.2.0.11537</vt:lpwstr>
  </property>
</Properties>
</file>